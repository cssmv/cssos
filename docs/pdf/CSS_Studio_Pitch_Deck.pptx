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explain — let the autoplaying MV loop play ~5 seconds, with sound, then talk. The product IS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Suno/Udio give music with no video. Sora/Kling give video with no sound or song. Audiences get files to download, not a place to enjoy. Nobody owns the whole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insight competitors missed: lyrics, audio and video must never be burned together. Keep them as separate layers and one work becomes infinitely re-voiceable and re-languageable. That is the moat — already enforced platform-wide.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→ audible full-screen MV feed. Type one line → it generates and plays in the SAME panel. Multi-language / multi-voice on every work, one tap. Enjoy, create and trade on one surface =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got cheap; the destination layer is empty. Everyone is building tools; nobody owns AI-video-with-sound consumption + distribution. We are a destination, not a tool — where durable consumer value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 today, then the long-form ladder: MV → short-drama (微短剧, a proven multi-billion market) → series → multi-thread 3D film. The same layered pipeline scales up each rung; TAM grows with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revenue surfaces, already wired: credits/generation, paid background queue, in-panel works marketplace, per-work add-a-language upsell, subscription. Future: ad-tier + creator rev-share + IP licensing of long-form.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Product-complete, pre-launch. Built depth is real (DB figures): 2,153 works, 1,270 audio stems, 1,534 language tracks, 66.7k frames, self-healing infra. Early commerce signal pre-marketing: 66 payment intents / 29 paid orders. The raise funds launch + first real users + retention proof. Be honest — do not inflate.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copy: it is an architecture choice + a consumption surface, not a model. Layered pipeline + civilization-aware generation + in-cinema retention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pre-seed, investors bet on the founder. Make this concrete: what Jing built solo, the speed, the domain insight. Replace the placeholder with a real bio +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Raising $0.5–1.5M pre-seed on a SAFE — 18 months runway to launch, prove D1/D7/D30 retention, and ship one long-form format. Non-dilutive first: $100–350k cloud/model credits + an accelerator.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live app again. The home for AI cinema — where the world watches, creates, and trades stories in every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219456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777240" y="35204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app. A music video plays.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sound. Instantly.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5120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audible, in-cinema “watch + create” layer for AI video.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media is split in half.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the whole experience.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2834640"/>
            <a:ext cx="5090008" cy="2468880"/>
          </a:xfrm>
          <a:prstGeom prst="roundRect">
            <a:avLst>
              <a:gd name="adj" fmla="val 4444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Music-only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4297680"/>
            <a:ext cx="4358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· Udio — a song, but no video. You get a file.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24448" y="2834640"/>
            <a:ext cx="5090008" cy="2468880"/>
          </a:xfrm>
          <a:prstGeom prst="roundRect">
            <a:avLst>
              <a:gd name="adj" fmla="val 4444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0208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90208" y="3794760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Video-only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90208" y="4297680"/>
            <a:ext cx="4358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· Kling · Runway — a clip, but silent. You get a file.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55778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get files to download — not a place to enjoy.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INSIGHT · THE MOAT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burn the layers together.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240938" cy="1371600"/>
          </a:xfrm>
          <a:prstGeom prst="roundRect">
            <a:avLst>
              <a:gd name="adj" fmla="val 8000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743200"/>
            <a:ext cx="32409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75378" y="2743200"/>
            <a:ext cx="3240938" cy="1371600"/>
          </a:xfrm>
          <a:prstGeom prst="roundRect">
            <a:avLst>
              <a:gd name="adj" fmla="val 8000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75378" y="2743200"/>
            <a:ext cx="32409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173517" y="2743200"/>
            <a:ext cx="3240938" cy="1371600"/>
          </a:xfrm>
          <a:prstGeom prst="roundRect">
            <a:avLst>
              <a:gd name="adj" fmla="val 8000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73517" y="2743200"/>
            <a:ext cx="32409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as separate layers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8463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any work is infinitely re-voiceable &amp; re-languageable.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4864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Burned-in output (everyone else) can never do this.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watch. In-cinema create.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2697480"/>
            <a:ext cx="685800" cy="685800"/>
          </a:xfrm>
          <a:prstGeom prst="ellipse">
            <a:avLst/>
          </a:prstGeom>
          <a:solidFill>
            <a:srgbClr val="12241C"/>
          </a:solidFill>
          <a:ln w="19050">
            <a:solidFill>
              <a:srgbClr val="00C2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81"/>
                </a:solidFill>
              </a:rPr>
              <a:t>▶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737360" y="3081528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 → an audible, full-screen MV feed. Zero gestures, sound 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840480"/>
            <a:ext cx="685800" cy="685800"/>
          </a:xfrm>
          <a:prstGeom prst="ellipse">
            <a:avLst/>
          </a:prstGeom>
          <a:solidFill>
            <a:srgbClr val="12241C"/>
          </a:solidFill>
          <a:ln w="19050">
            <a:solidFill>
              <a:srgbClr val="00C2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81"/>
                </a:solidFill>
              </a:rPr>
              <a:t>✎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3736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737360" y="4224528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one line → it generates and plays in the same cinema panel.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4983480"/>
            <a:ext cx="685800" cy="685800"/>
          </a:xfrm>
          <a:prstGeom prst="ellipse">
            <a:avLst/>
          </a:prstGeom>
          <a:solidFill>
            <a:srgbClr val="12241C"/>
          </a:solidFill>
          <a:ln w="19050">
            <a:solidFill>
              <a:srgbClr val="00C2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983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81"/>
                </a:solidFill>
              </a:rPr>
              <a:t>🌐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73736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Re-voice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737360" y="5367528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&amp; multi-voice on every work — one tap.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1945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got cheap.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31089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 layer is empty.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43891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is building tools. No one owns AI-video-with-sound consumption + distribution.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 is a destination, not a tool.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MARKET &amp; 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today → the long-form ladder.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2926080"/>
            <a:ext cx="2316404" cy="1554480"/>
          </a:xfrm>
          <a:prstGeom prst="roundRect">
            <a:avLst>
              <a:gd name="adj" fmla="val 7059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92608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139364" y="292608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8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550844" y="2926080"/>
            <a:ext cx="2316404" cy="1554480"/>
          </a:xfrm>
          <a:prstGeom prst="roundRect">
            <a:avLst>
              <a:gd name="adj" fmla="val 7059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0844" y="292608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Short-drama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微短剧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12968" y="292608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8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324448" y="2926080"/>
            <a:ext cx="2316404" cy="1554480"/>
          </a:xfrm>
          <a:prstGeom prst="roundRect">
            <a:avLst>
              <a:gd name="adj" fmla="val 7059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4448" y="292608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571" y="292608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8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098051" y="2926080"/>
            <a:ext cx="2316404" cy="1554480"/>
          </a:xfrm>
          <a:prstGeom prst="roundRect">
            <a:avLst>
              <a:gd name="adj" fmla="val 7059"/>
            </a:avLst>
          </a:prstGeom>
          <a:solidFill>
            <a:srgbClr val="0F1F18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98051" y="292608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Film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49377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layered pipeline scales up each rung — TAM grows with every step.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BUSINESS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revenue surfaces — already wired.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9077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3649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Pay-per-create generation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75378" y="274320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3978" y="29077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queue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703978" y="33649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priority tier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73517" y="274320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02117" y="29077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02117" y="336499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tradeable in-panel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429768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4622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Add-a-language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05840" y="49194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Per-work multilingual upsell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75378" y="429768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3978" y="44622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703978" y="49194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pools &amp; priority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73517" y="4297680"/>
            <a:ext cx="3240938" cy="1188720"/>
          </a:xfrm>
          <a:prstGeom prst="roundRect">
            <a:avLst>
              <a:gd name="adj" fmla="val 9231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02117" y="44622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402117" y="4919472"/>
            <a:ext cx="27837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Ad-tier · rev-share · IP licensing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STATUS &amp; EARLY SIGNAL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Product-complete. Pre-launch.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44728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created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75378" y="269748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475378" y="344728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stems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73517" y="269748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173517" y="344728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tracks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02336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66.7k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77240" y="477316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slideshow frames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75378" y="402336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475378" y="477316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orders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3517" y="4023360"/>
            <a:ext cx="32409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173517" y="4773168"/>
            <a:ext cx="3240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 depth — public user acquisition not yet started. The raise is to launch &amp; prove retention.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THE MOAT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model. An architecture + a surface.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240938" cy="2377440"/>
          </a:xfrm>
          <a:prstGeom prst="roundRect">
            <a:avLst>
              <a:gd name="adj" fmla="val 4615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97180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pipeline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Lyrics/audio/video never burned — infinitely re-voiceable.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75378" y="2743200"/>
            <a:ext cx="3240938" cy="2377440"/>
          </a:xfrm>
          <a:prstGeom prst="roundRect">
            <a:avLst>
              <a:gd name="adj" fmla="val 4615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3978" y="297180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Civilization-aware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03978" y="379476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Lyrics, singing &amp; art follow each persona's culture.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73517" y="2743200"/>
            <a:ext cx="3240938" cy="2377440"/>
          </a:xfrm>
          <a:prstGeom prst="roundRect">
            <a:avLst>
              <a:gd name="adj" fmla="val 4615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02117" y="297180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In-cinema loop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02117" y="379476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 → create → trade on one surface = retention.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TEAM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who ships.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10637215" cy="2468880"/>
          </a:xfrm>
          <a:prstGeom prst="roundRect">
            <a:avLst>
              <a:gd name="adj" fmla="val 4444"/>
            </a:avLst>
          </a:prstGeom>
          <a:solidFill>
            <a:srgbClr val="12241C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43000" y="3611880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builder — CSS Studio   ·   [ add your bio line here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41148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deep, differentiated platform end-to-end: layered audio/video pipeline, civilization-aware generation, in-cinema creation, self-healing infrastructure — shipped fast, with sharp domain insight into AI-media consumption. Raising in part to build the founding team.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566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3272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THE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01168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 – 1.5M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777240" y="320040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SAFE (post-money cap)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81"/>
                </a:solidFill>
              </a:rPr>
              <a:t>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runway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43400" y="4023360"/>
            <a:ext cx="7071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· prove retention · ship one long-form format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81"/>
                </a:solidFill>
              </a:rPr>
              <a:t>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Non-dilutive first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4709160"/>
            <a:ext cx="7071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$100–350k cloud/model credits + accelerator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5394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81"/>
                </a:solidFill>
              </a:rPr>
              <a:t>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43400" y="5394960"/>
            <a:ext cx="7071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· growth · core eng · content seeding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042855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246888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 for AI cinema.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77240" y="356616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0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world watches, creates, and trades stories — in every language.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49377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Studio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CSS Studio</dc:creator>
  <cp:lastModifiedBy>CSS Studio</cp:lastModifiedBy>
  <cp:revision>1</cp:revision>
  <dcterms:created xsi:type="dcterms:W3CDTF">2026-06-08T22:16:15Z</dcterms:created>
  <dcterms:modified xsi:type="dcterms:W3CDTF">2026-06-08T22:16:15Z</dcterms:modified>
</cp:coreProperties>
</file>